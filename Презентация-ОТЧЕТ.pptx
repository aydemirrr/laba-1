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E43D7-2977-4622-9945-E9EB85C2F535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072CA-BB7D-48F6-BDDC-3DD57C2A0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91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072CA-BB7D-48F6-BDDC-3DD57C2A07C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10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18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7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82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77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62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49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74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6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3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30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1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24ABB8-DB8C-4428-8095-3E516A9B10E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5B55DD-0596-43CF-80C4-FB32EBC513B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46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236C0-A2A2-13B4-E349-EC508DEC6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768" y="2636672"/>
            <a:ext cx="5392045" cy="164281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Отчет</a:t>
            </a:r>
            <a:br>
              <a:rPr lang="ru-RU" sz="6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</a:br>
            <a:r>
              <a:rPr lang="ru-RU" sz="6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Презентация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F5B4BC-1C1A-54EC-D264-B253DEC2D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ru-RU" sz="3600" i="1" dirty="0"/>
              <a:t>Лежбединов Айдемир</a:t>
            </a:r>
          </a:p>
          <a:p>
            <a:pPr algn="l"/>
            <a:r>
              <a:rPr lang="ru-RU" sz="3600" i="1" dirty="0"/>
              <a:t>                           ИТ 11-25</a:t>
            </a:r>
          </a:p>
        </p:txBody>
      </p:sp>
      <p:pic>
        <p:nvPicPr>
          <p:cNvPr id="5" name="Рисунок 4" descr="Изображение выглядит как Графика, графический дизайн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C612A1-4945-F744-A483-FC16DD6F5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278" y="304799"/>
            <a:ext cx="6594986" cy="37190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4867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ED13D-7265-8F0B-185B-4814FE26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205" y="406305"/>
            <a:ext cx="10009239" cy="1200263"/>
          </a:xfrm>
        </p:spPr>
        <p:txBody>
          <a:bodyPr/>
          <a:lstStyle/>
          <a:p>
            <a:pPr algn="ctr"/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Компания-</a:t>
            </a:r>
            <a:r>
              <a:rPr lang="en-US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ASUS</a:t>
            </a:r>
            <a:endParaRPr lang="ru-RU" i="1" dirty="0">
              <a:solidFill>
                <a:schemeClr val="accent2">
                  <a:lumMod val="60000"/>
                  <a:lumOff val="4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C06D6-C4C9-35F0-B658-7E13D219C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55" y="2096679"/>
            <a:ext cx="6910530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Book Antiqua" panose="02040602050305030304" pitchFamily="18" charset="0"/>
              </a:rPr>
              <a:t>ASUS (AsusTek Computer Inc.) — тайваньская транснациональная компания, специализирующаяся на компьютерной электронике</a:t>
            </a:r>
            <a:r>
              <a:rPr lang="ru-RU" sz="3200" dirty="0">
                <a:latin typeface="Book Antiqua" panose="02040602050305030304" pitchFamily="18" charset="0"/>
              </a:rPr>
              <a:t> (как комплектующие, так и готовые продукты)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84464-6056-8560-77B5-585155EFF351}"/>
              </a:ext>
            </a:extLst>
          </p:cNvPr>
          <p:cNvSpPr txBox="1"/>
          <p:nvPr/>
        </p:nvSpPr>
        <p:spPr>
          <a:xfrm>
            <a:off x="3047134" y="324433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YS Text"/>
              </a:rPr>
              <a:t>(₽</a:t>
            </a:r>
            <a:endParaRPr lang="ru-RU" dirty="0"/>
          </a:p>
        </p:txBody>
      </p:sp>
      <p:pic>
        <p:nvPicPr>
          <p:cNvPr id="10" name="Рисунок 9" descr="Изображение выглядит как строительство, на открытом воздухе, трав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1C7EB1-35C1-A5B5-3B84-AD5E20487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142" y="2137397"/>
            <a:ext cx="4635040" cy="2916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554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98321-CE02-3B78-A9A4-A22515FD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1"/>
                </a:solidFill>
              </a:rPr>
              <a:t>Вакансия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ru-RU" dirty="0">
                <a:solidFill>
                  <a:schemeClr val="accent1"/>
                </a:solidFill>
              </a:rPr>
              <a:t>от </a:t>
            </a:r>
            <a:r>
              <a:rPr lang="en-US" dirty="0">
                <a:solidFill>
                  <a:schemeClr val="accent1"/>
                </a:solidFill>
              </a:rPr>
              <a:t>ASUS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7B870-6E8B-A1DA-D6C3-C0424FBC3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03" y="2264136"/>
            <a:ext cx="9613861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4800" dirty="0">
                <a:solidFill>
                  <a:schemeClr val="bg2">
                    <a:lumMod val="75000"/>
                  </a:schemeClr>
                </a:solidFill>
                <a:latin typeface="Book Antiqua" panose="02040602050305030304" pitchFamily="18" charset="0"/>
              </a:rPr>
              <a:t>IT-Manager </a:t>
            </a: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  <a:latin typeface="Book Antiqua" panose="02040602050305030304" pitchFamily="18" charset="0"/>
              </a:rPr>
              <a:t>Зарплаты – до 500.000</a:t>
            </a: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₽</a:t>
            </a:r>
            <a:endParaRPr lang="ru-RU" b="1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Опыт работы – 5 лет</a:t>
            </a: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Оформляется трудовой договор</a:t>
            </a: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Полная занятость </a:t>
            </a: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8 часов работы</a:t>
            </a:r>
          </a:p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График работы – 5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/2</a:t>
            </a:r>
            <a:endParaRPr lang="ru-R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67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B5D47-8259-E3C0-DB8A-786571B9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7353"/>
            <a:ext cx="10432026" cy="1080938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Компания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Google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EAA171-8AF0-CA3D-5841-775A1E9E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540" y="2199221"/>
            <a:ext cx="6035112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Bookman Old Style" panose="02050604050505020204" pitchFamily="18" charset="0"/>
              </a:rPr>
              <a:t>Google</a:t>
            </a:r>
            <a:r>
              <a:rPr lang="ru-RU" sz="3200" dirty="0">
                <a:latin typeface="Bookman Old Style" panose="02050604050505020204" pitchFamily="18" charset="0"/>
              </a:rPr>
              <a:t> — американская технологическая компания, специализирующаяся на широком спектре ИТ-продуктов и интернет-сервисов. Входит в холдинг Alphabet. </a:t>
            </a:r>
          </a:p>
        </p:txBody>
      </p:sp>
      <p:pic>
        <p:nvPicPr>
          <p:cNvPr id="8" name="Рисунок 7" descr="Изображение выглядит как строительство, на открытом воздухе, небо, Коммерческое зд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29A4DE-A755-165B-2C64-CE033A367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51" y="2199221"/>
            <a:ext cx="5553332" cy="33109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5415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C862A-D6D9-3A8C-E313-5AE163BA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53228"/>
            <a:ext cx="10294182" cy="1080938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/>
                </a:solidFill>
              </a:rPr>
              <a:t>Вакансия от </a:t>
            </a:r>
            <a:r>
              <a:rPr lang="en-US" dirty="0">
                <a:solidFill>
                  <a:schemeClr val="accent1"/>
                </a:solidFill>
              </a:rPr>
              <a:t>Google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08703-5F24-FFF5-7057-4FBE251A5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>
                <a:solidFill>
                  <a:schemeClr val="bg2">
                    <a:lumMod val="75000"/>
                  </a:schemeClr>
                </a:solidFill>
                <a:latin typeface="Book Antiqua" panose="02040602050305030304" pitchFamily="18" charset="0"/>
              </a:rPr>
              <a:t>    Программист</a:t>
            </a:r>
          </a:p>
          <a:p>
            <a:pPr marL="0" indent="0">
              <a:buNone/>
            </a:pPr>
            <a:r>
              <a:rPr lang="ru-RU" dirty="0">
                <a:latin typeface="Book Antiqua" panose="02040602050305030304" pitchFamily="18" charset="0"/>
              </a:rPr>
              <a:t>Зарплата – 140</a:t>
            </a:r>
            <a:r>
              <a:rPr lang="en-US" dirty="0">
                <a:latin typeface="Book Antiqua" panose="02040602050305030304" pitchFamily="18" charset="0"/>
              </a:rPr>
              <a:t>.000-170.000$ </a:t>
            </a:r>
            <a:r>
              <a:rPr lang="ru-RU" dirty="0">
                <a:latin typeface="Book Antiqua" panose="02040602050305030304" pitchFamily="18" charset="0"/>
              </a:rPr>
              <a:t>в год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Оформляется трудовой договор</a:t>
            </a:r>
          </a:p>
          <a:p>
            <a:pPr marL="0" indent="0">
              <a:buNone/>
            </a:pPr>
            <a:r>
              <a:rPr lang="ru-RU" dirty="0">
                <a:latin typeface="Book Antiqua" panose="02040602050305030304" pitchFamily="18" charset="0"/>
              </a:rPr>
              <a:t> 7–8 часов в день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  <a:latin typeface="Book Antiqua" panose="02040602050305030304" pitchFamily="18" charset="0"/>
              </a:rPr>
              <a:t>График работы – гибрид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ru-RU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ru-RU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BF621-2C88-E686-9A36-B065539A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753228"/>
            <a:ext cx="10402530" cy="1080938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Компания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Apple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7DC78-D7CB-A8A9-1F34-358175C02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703" y="2071402"/>
            <a:ext cx="7939782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Book Antiqua" panose="02040602050305030304" pitchFamily="18" charset="0"/>
              </a:rPr>
              <a:t>Apple</a:t>
            </a:r>
            <a:r>
              <a:rPr lang="ru-RU" sz="3200" dirty="0">
                <a:latin typeface="Book Antiqua" panose="02040602050305030304" pitchFamily="18" charset="0"/>
              </a:rPr>
              <a:t> — американская корпорация, разработчик персональных и планшетных компьютеров, аудиоплееров, смартфонов, программного обеспечения и цифрового контента.</a:t>
            </a:r>
          </a:p>
        </p:txBody>
      </p:sp>
      <p:pic>
        <p:nvPicPr>
          <p:cNvPr id="5" name="Рисунок 4" descr="Изображение выглядит как графическая вставка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29D7DE-7BCE-0952-B5C6-5D5938D7A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794" y="1834166"/>
            <a:ext cx="2896260" cy="28962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079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958FC-F878-1F12-ACA7-0E00C65D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53228"/>
            <a:ext cx="10382864" cy="1080938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Вакансия от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Apple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B0E6D-622A-9200-8187-C05499FE1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5"/>
                </a:solidFill>
              </a:rPr>
              <a:t>    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</a:rPr>
              <a:t>IT-MANAGER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Зарплата – 234.000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$ </a:t>
            </a: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в год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Так же заключается трудовой договор</a:t>
            </a:r>
          </a:p>
          <a:p>
            <a:pPr marL="0" indent="0">
              <a:buNone/>
            </a:pPr>
            <a:r>
              <a:rPr lang="ru-RU" dirty="0">
                <a:latin typeface="Book Antiqua" panose="02040602050305030304" pitchFamily="18" charset="0"/>
              </a:rPr>
              <a:t>Еженедельный график работы 40 часов</a:t>
            </a:r>
          </a:p>
          <a:p>
            <a:pPr marL="0" indent="0">
              <a:buNone/>
            </a:pPr>
            <a:endParaRPr lang="ru-RU" sz="3200" dirty="0">
              <a:solidFill>
                <a:schemeClr val="tx1">
                  <a:lumMod val="95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6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DFD28-09D8-4315-E612-504545B9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3228"/>
            <a:ext cx="12191999" cy="1080938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Спасибо за внимание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C662A3-0D35-4565-0FAD-E7A809FAD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42" y="1834166"/>
            <a:ext cx="10058400" cy="4023360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solidFill>
                  <a:srgbClr val="FF0000"/>
                </a:solidFill>
              </a:rPr>
              <a:t>ПОКА</a:t>
            </a:r>
          </a:p>
        </p:txBody>
      </p:sp>
    </p:spTree>
    <p:extLst>
      <p:ext uri="{BB962C8B-B14F-4D97-AF65-F5344CB8AC3E}">
        <p14:creationId xmlns:p14="http://schemas.microsoft.com/office/powerpoint/2010/main" val="269051245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82</TotalTime>
  <Words>158</Words>
  <Application>Microsoft Office PowerPoint</Application>
  <PresentationFormat>Широкоэкранный</PresentationFormat>
  <Paragraphs>33</Paragraphs>
  <Slides>8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Aptos</vt:lpstr>
      <vt:lpstr>Bahnschrift SemiBold SemiConden</vt:lpstr>
      <vt:lpstr>Book Antiqua</vt:lpstr>
      <vt:lpstr>Bookman Old Style</vt:lpstr>
      <vt:lpstr>Calibri</vt:lpstr>
      <vt:lpstr>Calibri Light</vt:lpstr>
      <vt:lpstr>YS Text</vt:lpstr>
      <vt:lpstr>Ретро</vt:lpstr>
      <vt:lpstr>Отчет Презентация</vt:lpstr>
      <vt:lpstr>Компания-ASUS</vt:lpstr>
      <vt:lpstr>Вакансия от ASUS</vt:lpstr>
      <vt:lpstr>Компания Google</vt:lpstr>
      <vt:lpstr>Вакансия от Google</vt:lpstr>
      <vt:lpstr>Компания  Apple</vt:lpstr>
      <vt:lpstr>Вакансия от Apple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 Айдемир</dc:creator>
  <cp:lastModifiedBy>Л Айдемир</cp:lastModifiedBy>
  <cp:revision>5</cp:revision>
  <dcterms:created xsi:type="dcterms:W3CDTF">2025-10-26T19:41:35Z</dcterms:created>
  <dcterms:modified xsi:type="dcterms:W3CDTF">2025-10-27T19:40:15Z</dcterms:modified>
</cp:coreProperties>
</file>